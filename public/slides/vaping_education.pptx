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25146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Vaping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e-cigarettes really do to your body — and why it matters most for young people.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overview  ·  eccigirate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vaping?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740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e-cigarette heats a liquid into an aerosol you breathe in. That "vapor" is not water — it carries nicotine and other chemicals deep into your lungs.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788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517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contain nicotine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30175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addictive drug found in cigarettes — often at high concentrations.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977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8404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"flavored water"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42062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aerosol can contain fine particles, heavy metals, and volatile chemicals.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5166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166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50292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be appealing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39496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and fruity flavors drive most youth use.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75320" y="132588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0F2A33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21031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70%+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8549640" y="310896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aerosol's risk is invisible — you can't see the chemicals you inhale.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Vaping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Vaping by the numbers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youth (middle &amp; high school), most recent national survey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16323B"/>
          </a:solidFill>
          <a:ln w="12700">
            <a:solidFill>
              <a:srgbClr val="2445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468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million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&amp; high school students used a tobacco product in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65576" y="201168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16323B"/>
          </a:solidFill>
          <a:ln w="12700">
            <a:solidFill>
              <a:srgbClr val="244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57016" y="2468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13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694176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students vaped in the past 30 days (2024)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82512" y="201168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16323B"/>
          </a:solidFill>
          <a:ln w="12700">
            <a:solidFill>
              <a:srgbClr val="244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468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6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~29%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611112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teen vapers now puff every day — nearly double 2020's rate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299448" y="2011680"/>
            <a:ext cx="2697480" cy="3383280"/>
          </a:xfrm>
          <a:prstGeom prst="roundRect">
            <a:avLst>
              <a:gd name="adj" fmla="val 3051"/>
            </a:avLst>
          </a:prstGeom>
          <a:solidFill>
            <a:srgbClr val="16323B"/>
          </a:solidFill>
          <a:ln w="12700">
            <a:solidFill>
              <a:srgbClr val="244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90888" y="2468880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528048" y="36118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6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youth who vape use flavored products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CDC &amp; FDA National Youth Tobacco Survey (2024–2025 data).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Vaping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to your body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Nicotine and the other chemicals in vape aerosol affect several organs at once.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A9BFC2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611880" cy="8229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61188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659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Lungs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lung injury (EVALI) linked to vaping chemicals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31520" y="395020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9502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irritation, cough, and worsening asthma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4882896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882896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points to lasting lung damage over time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79976" y="192024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A9BFC2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9976" y="1920240"/>
            <a:ext cx="3611880" cy="822960"/>
          </a:xfrm>
          <a:prstGeom prst="roundRect">
            <a:avLst>
              <a:gd name="adj" fmla="val 10000"/>
            </a:avLst>
          </a:prstGeom>
          <a:solidFill>
            <a:srgbClr val="F26150"/>
          </a:solidFill>
          <a:ln/>
        </p:spPr>
      </p:sp>
      <p:sp>
        <p:nvSpPr>
          <p:cNvPr id="16" name="Shape 14"/>
          <p:cNvSpPr/>
          <p:nvPr/>
        </p:nvSpPr>
        <p:spPr>
          <a:xfrm>
            <a:off x="4379976" y="2331720"/>
            <a:ext cx="3611880" cy="411480"/>
          </a:xfrm>
          <a:prstGeom prst="rect">
            <a:avLst/>
          </a:prstGeom>
          <a:solidFill>
            <a:srgbClr val="F26150"/>
          </a:solidFill>
          <a:ln/>
        </p:spPr>
      </p:sp>
      <p:sp>
        <p:nvSpPr>
          <p:cNvPr id="17" name="Text 15"/>
          <p:cNvSpPr/>
          <p:nvPr/>
        </p:nvSpPr>
        <p:spPr>
          <a:xfrm>
            <a:off x="4379976" y="19659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62856" y="30175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37176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Nicotine raises heart rate and blood pressure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62856" y="395020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37176" y="39502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vessels narrow, straining the heart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62856" y="4882896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37176" y="4882896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research links some vapes to arrhythmia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211312" y="1920240"/>
            <a:ext cx="3611880" cy="402336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88900" dist="38100" dir="5400000">
              <a:srgbClr val="A9BFC2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11312" y="1920240"/>
            <a:ext cx="3611880" cy="822960"/>
          </a:xfrm>
          <a:prstGeom prst="roundRect">
            <a:avLst>
              <a:gd name="adj" fmla="val 10000"/>
            </a:avLst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8211312" y="2331720"/>
            <a:ext cx="361188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211312" y="196596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394192" y="3017520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68512" y="30175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Nicotine can harm brain development through age ~25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3950208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68512" y="39502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attention, learning, mood &amp; impulse control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394192" y="4882896"/>
            <a:ext cx="274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68512" y="4882896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23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addiction potential, no cognitive benefit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these as interactive 3D models on the eccigirate site.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Vaping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so hard to stop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Nicotine creates a fast reward-and-crash loop that pushes you toward the next puff.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60220" y="26974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76022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Puff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Nicotine hits the brain in seconds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18688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703320" y="246888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0580" y="2697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058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Spike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dopamine reward feels good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99048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583680" y="246888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F261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20940" y="2697480"/>
            <a:ext cx="502920" cy="502920"/>
          </a:xfrm>
          <a:prstGeom prst="ellipse">
            <a:avLst/>
          </a:prstGeom>
          <a:solidFill>
            <a:srgbClr val="F26150"/>
          </a:solidFill>
          <a:ln/>
        </p:spPr>
      </p:sp>
      <p:sp>
        <p:nvSpPr>
          <p:cNvPr id="18" name="Text 16"/>
          <p:cNvSpPr/>
          <p:nvPr/>
        </p:nvSpPr>
        <p:spPr>
          <a:xfrm>
            <a:off x="752094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8368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Crash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drop fast; you feel on edge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979408" y="3108960"/>
            <a:ext cx="502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464040" y="2468880"/>
            <a:ext cx="23774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01300" y="269748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10401300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64040" y="3337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Crave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01200" y="37947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 demands another hit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280160" y="51206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younger you start, the faster and stronger dependence forms — the adolescent brain is especially sensitive to nicotine.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Vaping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Myths vs. facts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F261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64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just harmless water vapor."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664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92240" y="1938528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aerosol with nicotine, fine particles, and chemicals.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F261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"Vaping isn't addictive."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09360" y="2724912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vapes contain nicotine — one of the most addictive substances.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95344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F261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005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27939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"It's totally safe because there's no smoke."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09360" y="3895344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0050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427939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smoke doesn't mean no harm — the lungs, heart, and brain are still affected.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065776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F261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75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44982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my age vapes."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5065776"/>
            <a:ext cx="5349240" cy="1005840"/>
          </a:xfrm>
          <a:prstGeom prst="roundRect">
            <a:avLst>
              <a:gd name="adj" fmla="val 7273"/>
            </a:avLst>
          </a:prstGeom>
          <a:solidFill>
            <a:srgbClr val="16323B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51755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449824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don't — youth vaping has actually been declining.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Vaping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about quitting?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Quitting is hard, but it works — and support makes it far more likely to stick.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1284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121408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triggers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46888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times, moods, and places that make you want to vape.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35808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3697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369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3145536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someone you trust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63040" y="3493008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friend, parent, coach, or counselor makes quitting easier — you don't have to do it alone.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59936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6110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11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169664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free support tools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463040" y="4517136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quit programs and youth services are free and confidential.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84064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sx="100000" sy="100000" kx="0" ky="0" algn="bl" rotWithShape="0" blurRad="76200" dist="25400" dir="5400000">
              <a:srgbClr val="A9BFC2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852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85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463040" y="519379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slip-ups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63040" y="5541264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7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slip isn't failure. Most people try more than once before quitting for good.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2011680"/>
            <a:ext cx="3794760" cy="3913632"/>
          </a:xfrm>
          <a:prstGeom prst="roundRect">
            <a:avLst>
              <a:gd name="adj" fmla="val 241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8092440" y="22860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6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confidential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92440" y="278892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Quitting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092440" y="333756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"DITCHVAPE" to 88709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92440" y="3977640"/>
            <a:ext cx="3337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text-based program from Truth Initiative built specifically for young people who want to quit vaping.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Truth About Vaping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645920"/>
            <a:ext cx="4572000" cy="4572000"/>
          </a:xfrm>
          <a:prstGeom prst="ellipse">
            <a:avLst/>
          </a:prstGeom>
          <a:solidFill>
            <a:srgbClr val="00A896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bottom 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vape is safe — but the sooner you stop, the more your body recovers.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from trusted sources: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— Youth &amp; Tobacco:  cdc.gov/tobacco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983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4983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Lung Association:  lung.org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5440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VFHY Prevention Lessons:  vfhy.org/prevention-lessons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eccigirate  ·  educational use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Truth About Vaping</dc:title>
  <dc:subject>PptxGenJS Presentation</dc:subject>
  <dc:creator>eccigirate</dc:creator>
  <cp:lastModifiedBy>eccigirate</cp:lastModifiedBy>
  <cp:revision>1</cp:revision>
  <dcterms:created xsi:type="dcterms:W3CDTF">2026-07-13T23:34:43Z</dcterms:created>
  <dcterms:modified xsi:type="dcterms:W3CDTF">2026-07-13T23:34:43Z</dcterms:modified>
</cp:coreProperties>
</file>